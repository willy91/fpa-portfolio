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3" r:id="rId6"/>
    <p:sldId id="265" r:id="rId7"/>
    <p:sldId id="264" r:id="rId8"/>
    <p:sldId id="266" r:id="rId9"/>
    <p:sldId id="267" r:id="rId10"/>
    <p:sldId id="268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1792" autoAdjust="0"/>
  </p:normalViewPr>
  <p:slideViewPr>
    <p:cSldViewPr snapToGrid="0">
      <p:cViewPr varScale="1">
        <p:scale>
          <a:sx n="100" d="100"/>
          <a:sy n="100" d="100"/>
        </p:scale>
        <p:origin x="8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379AA-6E3D-4752-910B-D6DB3ECBC5A6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3039D-0BC7-4A1B-B66A-920EF5CB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63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analysis is based on projected 2024 estimates and highlights key trends in revenue growth, margin stability, asset utilization, and capital structure.</a:t>
            </a:r>
          </a:p>
          <a:p>
            <a:r>
              <a:rPr lang="en-US" dirty="0"/>
              <a:t>Use this workbook to gain a clear snapshot of company performance and guide strategic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3039D-0BC7-4A1B-B66A-920EF5CBC2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250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93F24-EFED-4430-8561-A536ABCEB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B547E-E1DF-EC4C-804C-E8963A2DE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1F9DF-1D00-06CD-65CF-E6A32D5C3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F277A-B3D3-3F8B-ACF3-4B89B327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9DA9-F622-85A8-14E9-26388D1C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3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03CB-63DD-B348-2963-60713265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4FB2D-7D20-DA14-80C5-A5DAF047A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CB73C-95DA-4FF9-DE51-0EED86D28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30C5D-BE42-62FA-FED2-5D2CAE56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9306A-60E0-CC66-70AE-091BFDC3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5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5877-8162-064B-41F8-11D08B04F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B20E5-6555-E011-C5C1-7E05295B1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3F02C-A465-A31B-6310-5DD40E1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FCF56-B685-7229-D3AA-F77F2897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3D65D-C3AF-CC0A-9DAB-7E02A0CE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5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06D3-3EAC-B9DD-F7D4-34D792E75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2C83-59CA-AF2A-13AC-04B30EFDA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FB5E7-2073-997B-2839-85EF11354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50E38-453A-664D-0FE0-48D398280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F1C0A-B724-A650-8B40-0B923D51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4C328-13C7-9C89-814F-578698A5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4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F9F5-8239-5A64-8964-16D141C7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12D08-70A4-E4CA-61F7-97671CE46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368B1-BF46-CFA0-3841-B5F6BAC3A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7BC4E-14F8-636B-73FB-EAB1D4A68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D0E38-9ECE-DD93-D794-EE5749748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E102E7-0193-F6AD-720E-914EED99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EBBB1-0125-E2EB-CC31-736C9A30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F9D99-5A2A-29C1-A3FC-02A1A78E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11B2-BF47-CBDF-EECE-75EA46EF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ECB2D-3711-B4D5-B001-DE1D871C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FE491-9D28-5FA8-A974-0A7F4E67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00621-BD79-1BBF-0919-6A98F457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08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94A57-E452-03B0-8C7C-4C4A2F54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6CBBD-EA56-68B1-6D78-F0833FD6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22EC0-0481-E49F-26A5-DC585F00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03ED-9358-44BC-DC86-65AF14EB4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2C749-A3B8-37ED-D4C8-8C3129680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C3384-E7E4-0484-F379-E916E7ADB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CC0C8-F3E5-2308-538C-5E1A89BB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AAAE-EA0E-3535-F21B-8809675C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DE422-224A-85AC-C364-00BB5750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6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D303-2BA1-15AB-63B5-0EA67C431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A4843-86B2-7C03-634F-E38BD3EED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DF026-DBE8-01E7-9009-D5EBD0960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149F2-5DEA-2A20-F1B4-73256AF5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16109-2632-4DF4-3AD9-84586432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ECBDF-F49E-59AA-A4AB-32D47BF1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4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03DF-5096-8BCC-0307-396484496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11D47-5B40-B63E-4620-36988ED28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05721-34FD-186C-329C-84AF51E2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8AD0-BF14-6733-51BD-3A5B1337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53C2E-7314-AE13-B4C7-EB54F03DF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1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2307D-BF57-5BCA-02E3-E34147221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BA729-ED76-5884-84D1-D7F2EE7C1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57D59-4F54-3AC9-7750-D67B78410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099E5-9AD6-5769-E445-E4BDEF58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A8CEB-1F3D-EF91-7627-4FE52C99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61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75CA9C-B95F-217A-493E-CECF871C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D3629-8BEF-A8CB-4D4F-E5F516792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06B91-6BB9-5A2D-A6AB-776D81363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9B795-70BC-39B1-3B70-94D5EFB6F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F3F84-AFD3-3F7C-2FDC-4EF2D9C4D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1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D116-89CE-3803-9476-EF1848946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2" y="363795"/>
            <a:ext cx="10422194" cy="372642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8000" dirty="0"/>
            </a:b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Performance and Metrics</a:t>
            </a:r>
          </a:p>
        </p:txBody>
      </p:sp>
    </p:spTree>
    <p:extLst>
      <p:ext uri="{BB962C8B-B14F-4D97-AF65-F5344CB8AC3E}">
        <p14:creationId xmlns:p14="http://schemas.microsoft.com/office/powerpoint/2010/main" val="196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0BC6-9923-39EB-94B0-D0EA14C2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D4B4-2FC4-FF70-313B-8983ABF4D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0478" y="562155"/>
            <a:ext cx="8908025" cy="59805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65B90-952C-C4A9-4D0D-4B4249C78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414" y="1700981"/>
            <a:ext cx="10972800" cy="3726425"/>
          </a:xfrm>
        </p:spPr>
        <p:txBody>
          <a:bodyPr>
            <a:normAutofit/>
          </a:bodyPr>
          <a:lstStyle/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of financial performance, metrics, and trends for a company based on historical data (2021–2023) and projected estimates for 2024. This presentation provides a comprehensive financial assessment of the company, including:</a:t>
            </a: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Full financial statements (income statement, balance sheet, and cash flow)</a:t>
            </a:r>
          </a:p>
          <a:p>
            <a:pPr algn="l"/>
            <a:endParaRPr lang="en-US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Key financial ratios (profitability, efficiency, liquidity, leverage)</a:t>
            </a:r>
          </a:p>
          <a:p>
            <a:pPr algn="l"/>
            <a:endParaRPr lang="en-US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Year-over-year analysis and compound growth rates</a:t>
            </a:r>
          </a:p>
          <a:p>
            <a:pPr algn="l"/>
            <a:endParaRPr lang="en-US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Visual dashboard with KPIs and insights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56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647B-E72F-D3F8-6AEC-0A0D8FD0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905" y="25400"/>
            <a:ext cx="9721645" cy="1119546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Financial Ratios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320750-44B7-CDEF-9DE8-20EE4CC45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971845"/>
            <a:ext cx="6819899" cy="561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2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A798-CF4F-4A94-66D2-159CFA20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Performance &amp; YoY Growth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endParaRPr lang="en-US" sz="4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B7E79D-9E73-22E4-D066-12DD6F179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926" y="1781174"/>
            <a:ext cx="7234699" cy="439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29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F3A7-CE06-FEBC-E206-6B37DD4D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Profitability &amp; EBIT Margin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D37E11-3AA6-DD84-2F3F-8401D0D4E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6550" y="2185284"/>
            <a:ext cx="6448425" cy="363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9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C2E9-B0D6-15F7-6BF9-B905A0111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Profit &amp; Return on Invested Capital (ROIC)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D6E469-C56A-07D0-76C0-2EAE9F473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6332" y="2009775"/>
            <a:ext cx="6939335" cy="415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2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522C-B3A8-23FC-CBAA-BB57EB59F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Accounts Receivable &amp; Days Sales Outstanding (DSO)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5D65D8-C073-BF7F-310C-762771EA0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1576" y="1705055"/>
            <a:ext cx="7670835" cy="453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56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4764-81A8-8EBC-CBB1-E690D163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Turnover Trend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9766ED-73E3-389C-30CA-F9324CE8D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0423" y="2190750"/>
            <a:ext cx="6265502" cy="381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6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FD51-CBF1-AA7E-CD45-289D0945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Capital Efficiency – DSO &amp; DSI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708682-ED33-C534-EC6F-0ED2FCD99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8863" y="2002644"/>
            <a:ext cx="7534274" cy="431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53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ADABB-3F1E-EE9E-92D3-D51FA1EF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per Employee – Productivity Trend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8E0A01-4445-50C5-1128-7A1B6F301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125" y="1994709"/>
            <a:ext cx="7143750" cy="435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46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DA24-6370-E0B1-1DC0-9E4B7B25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Takeaways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B93E3-AC14-0202-92F4-2FCA981EA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06550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					</a:t>
            </a:r>
          </a:p>
          <a:p>
            <a:r>
              <a:rPr lang="en-US" dirty="0"/>
              <a:t>Revenue shows consistent 8% YoY growth			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r>
              <a:rPr lang="en-US" dirty="0"/>
              <a:t>Operating margin remains stable despite rising COGS			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r>
              <a:rPr lang="en-US" dirty="0"/>
              <a:t>ROIC slightly declines while economic profit improves			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r>
              <a:rPr lang="en-US" dirty="0"/>
              <a:t>Receivables and DSO remain constant, not affecting cash efficiency			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19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239</Words>
  <Application>Microsoft Office PowerPoint</Application>
  <PresentationFormat>Widescreen</PresentationFormat>
  <Paragraphs>30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     Financial Performance and Metrics</vt:lpstr>
      <vt:lpstr>Executive Summary</vt:lpstr>
      <vt:lpstr>Key Financial Ratios</vt:lpstr>
      <vt:lpstr>      Financial Metrics from 2016 to 2022</vt:lpstr>
      <vt:lpstr>Financial Metrics from 2016 to 2022</vt:lpstr>
      <vt:lpstr>Financial Metrics from 2016 to 2022</vt:lpstr>
      <vt:lpstr>Financial Metrics from 2016 to 2022</vt:lpstr>
      <vt:lpstr>Financial Metrics from 2016 to 2022</vt:lpstr>
      <vt:lpstr>Financial Metrics from 2016 to 2022</vt:lpstr>
      <vt:lpstr>Financial Metrics from 2016 to 2022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McPhaul</dc:creator>
  <cp:lastModifiedBy>William McPhaul</cp:lastModifiedBy>
  <cp:revision>2</cp:revision>
  <dcterms:created xsi:type="dcterms:W3CDTF">2025-08-19T21:02:05Z</dcterms:created>
  <dcterms:modified xsi:type="dcterms:W3CDTF">2025-08-19T23:07:36Z</dcterms:modified>
</cp:coreProperties>
</file>